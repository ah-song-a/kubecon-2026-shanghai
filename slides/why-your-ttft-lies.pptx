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dc1a7a13fa4a44" /><Relationship Type="http://schemas.openxmlformats.org/officeDocument/2006/relationships/extended-properties" Target="/docProps/app.xml" Id="R5c1a0fa90ff04e64" /><Relationship Type="http://schemas.openxmlformats.org/officeDocument/2006/relationships/officeDocument" Target="/ppt/presentation.xml" Id="Rcc1678933e4342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70447dc0d5413f"/>
  </p:sldMasterIdLst>
  <p:notesMasterIdLst>
    <p:notesMasterId xmlns:r="http://schemas.openxmlformats.org/officeDocument/2006/relationships" r:id="Rbef1be0c8d104fca"/>
  </p:notesMasterIdLst>
  <p:sldIdLst>
    <p:sldId xmlns:r="http://schemas.openxmlformats.org/officeDocument/2006/relationships" id="256" r:id="R71c8c7da835545e7"/>
    <p:sldId xmlns:r="http://schemas.openxmlformats.org/officeDocument/2006/relationships" id="257" r:id="Rf6c18f1920fc415d"/>
    <p:sldId xmlns:r="http://schemas.openxmlformats.org/officeDocument/2006/relationships" id="258" r:id="R63430680da4a4426"/>
    <p:sldId xmlns:r="http://schemas.openxmlformats.org/officeDocument/2006/relationships" id="259" r:id="R825912e310f140d8"/>
    <p:sldId xmlns:r="http://schemas.openxmlformats.org/officeDocument/2006/relationships" id="260" r:id="R34c131bd90a54f4b"/>
    <p:sldId xmlns:r="http://schemas.openxmlformats.org/officeDocument/2006/relationships" id="261" r:id="R02e9ca05c5b8481e"/>
    <p:sldId xmlns:r="http://schemas.openxmlformats.org/officeDocument/2006/relationships" id="262" r:id="R45d649ca7e0047d1"/>
    <p:sldId xmlns:r="http://schemas.openxmlformats.org/officeDocument/2006/relationships" id="263" r:id="R8987e402d1dd48cb"/>
    <p:sldId xmlns:r="http://schemas.openxmlformats.org/officeDocument/2006/relationships" id="264" r:id="R9f0cb0b8ea6e4e91"/>
    <p:sldId xmlns:r="http://schemas.openxmlformats.org/officeDocument/2006/relationships" id="265" r:id="R0fc3acda4a614bc5"/>
    <p:sldId xmlns:r="http://schemas.openxmlformats.org/officeDocument/2006/relationships" id="266" r:id="R0af7cb499eca49e4"/>
    <p:sldId xmlns:r="http://schemas.openxmlformats.org/officeDocument/2006/relationships" id="267" r:id="Rda01a5a3278243c1"/>
    <p:sldId xmlns:r="http://schemas.openxmlformats.org/officeDocument/2006/relationships" id="268" r:id="Rfcd2ad019bc04407"/>
    <p:sldId xmlns:r="http://schemas.openxmlformats.org/officeDocument/2006/relationships" id="269" r:id="R014840983b254370"/>
    <p:sldId xmlns:r="http://schemas.openxmlformats.org/officeDocument/2006/relationships" id="270" r:id="Rc5ba330e12bb4585"/>
    <p:sldId xmlns:r="http://schemas.openxmlformats.org/officeDocument/2006/relationships" id="271" r:id="R1b639d0c39b8499b"/>
    <p:sldId xmlns:r="http://schemas.openxmlformats.org/officeDocument/2006/relationships" id="272" r:id="Rcde751ee66d74c47"/>
    <p:sldId xmlns:r="http://schemas.openxmlformats.org/officeDocument/2006/relationships" id="273" r:id="R9f436ca5982a41be"/>
    <p:sldId xmlns:r="http://schemas.openxmlformats.org/officeDocument/2006/relationships" id="274" r:id="Ra9689098e5e44a11"/>
    <p:sldId xmlns:r="http://schemas.openxmlformats.org/officeDocument/2006/relationships" id="275" r:id="Rb07d6ae2ff314d67"/>
    <p:sldId xmlns:r="http://schemas.openxmlformats.org/officeDocument/2006/relationships" id="276" r:id="R6d1409af0054417d"/>
    <p:sldId xmlns:r="http://schemas.openxmlformats.org/officeDocument/2006/relationships" id="277" r:id="R1eda7fa4c41043a3"/>
    <p:sldId xmlns:r="http://schemas.openxmlformats.org/officeDocument/2006/relationships" id="278" r:id="R689eb594ab9845f4"/>
    <p:sldId xmlns:r="http://schemas.openxmlformats.org/officeDocument/2006/relationships" id="279" r:id="Rb060fb7ce7234e6e"/>
    <p:sldId xmlns:r="http://schemas.openxmlformats.org/officeDocument/2006/relationships" id="280" r:id="R18a5c145d256403e"/>
    <p:sldId xmlns:r="http://schemas.openxmlformats.org/officeDocument/2006/relationships" id="281" r:id="R6d9ce6356e3c44fb"/>
    <p:sldId xmlns:r="http://schemas.openxmlformats.org/officeDocument/2006/relationships" id="282" r:id="R4f7e441ef1944789"/>
    <p:sldId xmlns:r="http://schemas.openxmlformats.org/officeDocument/2006/relationships" id="283" r:id="Rbb5229c3e0db40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67363ba0b44f97" /><Relationship Type="http://schemas.openxmlformats.org/officeDocument/2006/relationships/slideMaster" Target="/ppt/slideMasters/slideMaster1.xml" Id="R5270447dc0d5413f" /><Relationship Type="http://schemas.openxmlformats.org/officeDocument/2006/relationships/notesMaster" Target="/ppt/notesMasters/notesMaster1.xml" Id="Rbef1be0c8d104fca" /><Relationship Type="http://schemas.openxmlformats.org/officeDocument/2006/relationships/presProps" Target="/ppt/presProps.xml" Id="Rdd5a05bbc7f64067" /><Relationship Type="http://schemas.openxmlformats.org/officeDocument/2006/relationships/tableStyles" Target="/ppt/tableStyles.xml" Id="Ra9e9fb5d37f34e7b" /><Relationship Type="http://schemas.openxmlformats.org/officeDocument/2006/relationships/slide" Target="/ppt/slides/slide1.xml" Id="R71c8c7da835545e7" /><Relationship Type="http://schemas.openxmlformats.org/officeDocument/2006/relationships/slide" Target="/ppt/slides/slide2.xml" Id="Rf6c18f1920fc415d" /><Relationship Type="http://schemas.openxmlformats.org/officeDocument/2006/relationships/slide" Target="/ppt/slides/slide3.xml" Id="R63430680da4a4426" /><Relationship Type="http://schemas.openxmlformats.org/officeDocument/2006/relationships/slide" Target="/ppt/slides/slide4.xml" Id="R825912e310f140d8" /><Relationship Type="http://schemas.openxmlformats.org/officeDocument/2006/relationships/slide" Target="/ppt/slides/slide5.xml" Id="R34c131bd90a54f4b" /><Relationship Type="http://schemas.openxmlformats.org/officeDocument/2006/relationships/slide" Target="/ppt/slides/slide6.xml" Id="R02e9ca05c5b8481e" /><Relationship Type="http://schemas.openxmlformats.org/officeDocument/2006/relationships/slide" Target="/ppt/slides/slide7.xml" Id="R45d649ca7e0047d1" /><Relationship Type="http://schemas.openxmlformats.org/officeDocument/2006/relationships/slide" Target="/ppt/slides/slide8.xml" Id="R8987e402d1dd48cb" /><Relationship Type="http://schemas.openxmlformats.org/officeDocument/2006/relationships/slide" Target="/ppt/slides/slide9.xml" Id="R9f0cb0b8ea6e4e91" /><Relationship Type="http://schemas.openxmlformats.org/officeDocument/2006/relationships/slide" Target="/ppt/slides/slide10.xml" Id="R0fc3acda4a614bc5" /><Relationship Type="http://schemas.openxmlformats.org/officeDocument/2006/relationships/slide" Target="/ppt/slides/slide11.xml" Id="R0af7cb499eca49e4" /><Relationship Type="http://schemas.openxmlformats.org/officeDocument/2006/relationships/slide" Target="/ppt/slides/slide12.xml" Id="Rda01a5a3278243c1" /><Relationship Type="http://schemas.openxmlformats.org/officeDocument/2006/relationships/slide" Target="/ppt/slides/slide13.xml" Id="Rfcd2ad019bc04407" /><Relationship Type="http://schemas.openxmlformats.org/officeDocument/2006/relationships/slide" Target="/ppt/slides/slide14.xml" Id="R014840983b254370" /><Relationship Type="http://schemas.openxmlformats.org/officeDocument/2006/relationships/slide" Target="/ppt/slides/slide15.xml" Id="Rc5ba330e12bb4585" /><Relationship Type="http://schemas.openxmlformats.org/officeDocument/2006/relationships/slide" Target="/ppt/slides/slide16.xml" Id="R1b639d0c39b8499b" /><Relationship Type="http://schemas.openxmlformats.org/officeDocument/2006/relationships/slide" Target="/ppt/slides/slide17.xml" Id="Rcde751ee66d74c47" /><Relationship Type="http://schemas.openxmlformats.org/officeDocument/2006/relationships/slide" Target="/ppt/slides/slide18.xml" Id="R9f436ca5982a41be" /><Relationship Type="http://schemas.openxmlformats.org/officeDocument/2006/relationships/slide" Target="/ppt/slides/slide19.xml" Id="Ra9689098e5e44a11" /><Relationship Type="http://schemas.openxmlformats.org/officeDocument/2006/relationships/slide" Target="/ppt/slides/slide20.xml" Id="Rb07d6ae2ff314d67" /><Relationship Type="http://schemas.openxmlformats.org/officeDocument/2006/relationships/slide" Target="/ppt/slides/slide21.xml" Id="R6d1409af0054417d" /><Relationship Type="http://schemas.openxmlformats.org/officeDocument/2006/relationships/slide" Target="/ppt/slides/slide22.xml" Id="R1eda7fa4c41043a3" /><Relationship Type="http://schemas.openxmlformats.org/officeDocument/2006/relationships/slide" Target="/ppt/slides/slide23.xml" Id="R689eb594ab9845f4" /><Relationship Type="http://schemas.openxmlformats.org/officeDocument/2006/relationships/slide" Target="/ppt/slides/slide24.xml" Id="Rb060fb7ce7234e6e" /><Relationship Type="http://schemas.openxmlformats.org/officeDocument/2006/relationships/slide" Target="/ppt/slides/slide25.xml" Id="R18a5c145d256403e" /><Relationship Type="http://schemas.openxmlformats.org/officeDocument/2006/relationships/slide" Target="/ppt/slides/slide26.xml" Id="R6d9ce6356e3c44fb" /><Relationship Type="http://schemas.openxmlformats.org/officeDocument/2006/relationships/slide" Target="/ppt/slides/slide27.xml" Id="R4f7e441ef1944789" /><Relationship Type="http://schemas.openxmlformats.org/officeDocument/2006/relationships/slide" Target="/ppt/slides/slide28.xml" Id="Rbb5229c3e0db40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71738b60a47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539e626ab8448c" /><Relationship Type="http://schemas.openxmlformats.org/officeDocument/2006/relationships/notesMaster" Target="/ppt/notesMasters/notesMaster1.xml" Id="R01bcafd09a1e4d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66d88e97024dfe" /><Relationship Type="http://schemas.openxmlformats.org/officeDocument/2006/relationships/notesMaster" Target="/ppt/notesMasters/notesMaster1.xml" Id="Rc80dbd1ea3c54a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eb8e9d4d6f4d82" /><Relationship Type="http://schemas.openxmlformats.org/officeDocument/2006/relationships/notesMaster" Target="/ppt/notesMasters/notesMaster1.xml" Id="R87c3350e024646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7ad9fe48ff49fd" /><Relationship Type="http://schemas.openxmlformats.org/officeDocument/2006/relationships/notesMaster" Target="/ppt/notesMasters/notesMaster1.xml" Id="Rb3e5276343174a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a156813fed4e87" /><Relationship Type="http://schemas.openxmlformats.org/officeDocument/2006/relationships/notesMaster" Target="/ppt/notesMasters/notesMaster1.xml" Id="R838c1fbb422e4e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747b704acb4c0f" /><Relationship Type="http://schemas.openxmlformats.org/officeDocument/2006/relationships/notesMaster" Target="/ppt/notesMasters/notesMaster1.xml" Id="R307f630d7c804d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e03507f59b4318" /><Relationship Type="http://schemas.openxmlformats.org/officeDocument/2006/relationships/notesMaster" Target="/ppt/notesMasters/notesMaster1.xml" Id="Rc59e1847aef64b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34ae5da1004046" /><Relationship Type="http://schemas.openxmlformats.org/officeDocument/2006/relationships/notesMaster" Target="/ppt/notesMasters/notesMaster1.xml" Id="R85873e15204e4f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438598e3174ed4" /><Relationship Type="http://schemas.openxmlformats.org/officeDocument/2006/relationships/notesMaster" Target="/ppt/notesMasters/notesMaster1.xml" Id="R05e2841ef8384f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c2b92f2b0a401f" /><Relationship Type="http://schemas.openxmlformats.org/officeDocument/2006/relationships/notesMaster" Target="/ppt/notesMasters/notesMaster1.xml" Id="R84404e29223f42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21497ebee94bf8" /><Relationship Type="http://schemas.openxmlformats.org/officeDocument/2006/relationships/notesMaster" Target="/ppt/notesMasters/notesMaster1.xml" Id="R2f4f5bb414804c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a40c941f604f52" /><Relationship Type="http://schemas.openxmlformats.org/officeDocument/2006/relationships/notesMaster" Target="/ppt/notesMasters/notesMaster1.xml" Id="Rbc51e86108db46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161377f1f34360" /><Relationship Type="http://schemas.openxmlformats.org/officeDocument/2006/relationships/notesMaster" Target="/ppt/notesMasters/notesMaster1.xml" Id="R4e279fc7d06e4b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f00797ad9b4862" /><Relationship Type="http://schemas.openxmlformats.org/officeDocument/2006/relationships/notesMaster" Target="/ppt/notesMasters/notesMaster1.xml" Id="R09a7dadc604d46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659f60f7994d45" /><Relationship Type="http://schemas.openxmlformats.org/officeDocument/2006/relationships/notesMaster" Target="/ppt/notesMasters/notesMaster1.xml" Id="R3b030bca8fe848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d40554e68e481e" /><Relationship Type="http://schemas.openxmlformats.org/officeDocument/2006/relationships/notesMaster" Target="/ppt/notesMasters/notesMaster1.xml" Id="R019c14931fe94c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582acfa6d341aa" /><Relationship Type="http://schemas.openxmlformats.org/officeDocument/2006/relationships/notesMaster" Target="/ppt/notesMasters/notesMaster1.xml" Id="Rb3cd9188d7d24c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286e710d3e407c" /><Relationship Type="http://schemas.openxmlformats.org/officeDocument/2006/relationships/notesMaster" Target="/ppt/notesMasters/notesMaster1.xml" Id="R0bc202eb694f41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a38793acec4ad7" /><Relationship Type="http://schemas.openxmlformats.org/officeDocument/2006/relationships/notesMaster" Target="/ppt/notesMasters/notesMaster1.xml" Id="R287bd6fac53542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2e19f3de64451b" /><Relationship Type="http://schemas.openxmlformats.org/officeDocument/2006/relationships/notesMaster" Target="/ppt/notesMasters/notesMaster1.xml" Id="R2cc52d8d90e84dc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e8bdf3f68943d9" /><Relationship Type="http://schemas.openxmlformats.org/officeDocument/2006/relationships/notesMaster" Target="/ppt/notesMasters/notesMaster1.xml" Id="Rc52fb33822e44d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c417c27ac44163" /><Relationship Type="http://schemas.openxmlformats.org/officeDocument/2006/relationships/notesMaster" Target="/ppt/notesMasters/notesMaster1.xml" Id="Rc767ba79ec47418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3476f94ad074019" /><Relationship Type="http://schemas.openxmlformats.org/officeDocument/2006/relationships/notesMaster" Target="/ppt/notesMasters/notesMaster1.xml" Id="Re9b2c8a7ad8f42f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462c16d69a48b2" /><Relationship Type="http://schemas.openxmlformats.org/officeDocument/2006/relationships/notesMaster" Target="/ppt/notesMasters/notesMaster1.xml" Id="Re14ea098a6ab47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79fd243f7640b9" /><Relationship Type="http://schemas.openxmlformats.org/officeDocument/2006/relationships/notesMaster" Target="/ppt/notesMasters/notesMaster1.xml" Id="R763feb41ee2a46b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6b5a544f344d5a" /><Relationship Type="http://schemas.openxmlformats.org/officeDocument/2006/relationships/notesMaster" Target="/ppt/notesMasters/notesMaster1.xml" Id="Rd9afc369ee6642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b9030f0892649cb" /><Relationship Type="http://schemas.openxmlformats.org/officeDocument/2006/relationships/notesMaster" Target="/ppt/notesMasters/notesMaster1.xml" Id="Redb5d12830e24f1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e83b9eab23a4f33" /><Relationship Type="http://schemas.openxmlformats.org/officeDocument/2006/relationships/notesMaster" Target="/ppt/notesMasters/notesMaster1.xml" Id="R69fe0cbcac9b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【0:00 – 0:30】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大家好。今天这场分享的题目是 —— Why Your TTFT Lies，为什么你的 TTFT 在说谎。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副标题是：在 PD 分离的推理架构下，怎么用一小组跨层指标做诊断。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我们两位来自 DaoCloud 的推理加速团队。今天讲的每一个坑，都是我们自己在生产环境里踩过的。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〔不要念标题，直接翻页〕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【0:30 – 0:50】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简单介绍一下。我是 Nicole，在推理加速团队。这位是 Kebe，高级软件工程师。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我们在生产上运维 PD 分离的 LLM 推理集群。今天不讲论文，讲的是我们被叫起来之后学到的东西。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那就从一次真实的告警说起。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【0:50 – 0:55】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第一部分，背景 —— TTFT 是怎么把我们带进迷宫的。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〔5 秒带过，不要停留〕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【0:55 – 1:55】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上午十一点，TTFT 的 P95 告警红了。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告警阈值是 800 毫秒。而那天的峰值，P95 冲到了 41 分钟，P99 是 42 分钟。影响窗口从十一点一直持续到下午一点零五分。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〔指右边的生产面板〕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现在请看左下角这句话：**均值面板此刻读数是 681 毫秒，是绿的。**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这次事故，在均值那条线上，从头到尾就没有出现过。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这就是「TTFT 说谎」的第一层意思 —— 不是这个数字算错了，而是**你看的那个聚合口径，根本没有记录这件事**。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〔口径提醒：说「均值面板此刻是绿的」，不要说成「事故期间均值是绿的」，两者量纲不同，会被追问〕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好，告警响了。第一反应当然是打开面板。然后呢？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【1:55 – 2:55】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然后就是这一页。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所有人都会问同一个问题：到底哪儿坏了？是网关，是 Prefill？是 KV 用满了，还是 KV 传输？是 GPU，还是网络？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还是说 —— TTFT 在骗我们？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右边这十二块，是我们当时真实的面板清单。每一块都在采数据，每一块的数字都是对的。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**但是没有任何一块告诉你：下一步该看哪儿。**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这就是今天这场要解决的问题。我们不缺指标，我们缺的是「下一步」。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〔停两秒，让问号沉一下〕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那为什么 PD 分离会让这件事变得更难？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【2:55 – 3:55】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因为 TTFT 根本不是一个测量值，**它是一个和**。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它等于：网关的时间，加上 Prefill 的时间，加上 KV 传输的时间，再加上第一个 decode token 的时间。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四项里任何一项炸了，这个和都会涨。但是**这个和永远不会告诉你是哪一项**。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中间这一段，KV Transfer，我要特别强调。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在单体引擎里，这一项**根本不存在**。它是 PD 分离新增出来的一个边界 —— 而且这个边界，两边都不完全拥有它。缓存没命中、对端慢、网络路径走错，全都会落在这里。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右下这句话是全场的题眼：每一层都在测，但每一层测的是**自己那一段**。**没有人测层与层之间的间隙** —— 而分钟级的时间，就消失在那些间隙里。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那回到刚才那次告警，我们是怎么定位的？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【3:55 – 5:10】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我们没有继续盯着 TTFT 看，而是**沿着请求路径走了一遍**。五行，从上往下：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业务网关，延迟稳定 —— 健康，排除。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PD 路由，队列很低 —— 健康，排除。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Prefill，等待请求数从 1 冲到 150 —— **第一个异常边界，就是它。**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Decode，等待是 0，在跑的只有 0 到 10 个 —— 说明下游没有饿着，问题在它前面。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KV 缓存，驱逐每秒 689 次 —— 可疑，先记下来。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四次读，我们就从「TTFT 高」收敛到了「Prefill」。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〔用词要准，这里是全场诚实度的关键〕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请注意我的用词：这里得到的是**第一个异常边界**，**不是根因**。路径告诉了我们在哪儿，还没告诉我们为什么。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〔最后这句讲慢一点〕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TTFT 告诉我们用户**什么时候**在等。路径告诉我们**在哪儿**等。至于**为什么** —— 后面的案例那一段才会揭晓，而且答案有点出乎意料。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问题是：这一次我们是走运。要想每次都这样，就得把它变成方法。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【5:10 – 5:15】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第二部分，方法。一句话概括：**按决策来组织，需要的时候才展开细节。**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〔5 秒带过〕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【5:15 – 6:30】1.25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先承认一件事：我们不是没有可观测性，**我们有太多了**。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〔指左边那个抱头的小人〕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V1，组件视图。每一层都有人负责，每一块面板都是对的 —— 但**每一块都只是「局部正确」，没有一块是「第一块该打开的」**。</a:t>
            </a:r>
          </a:p>
          <a:p xmlns:a="http://schemas.openxmlformats.org/drawingml/2006/main">
            <a:r>
              <a:t>端到端的请求路径，不在任何人的视图里。这就是那句：**遥测数据到处都是，就是没有第一步。**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V2，我们把它们串成一条链：网关 → Prefill → KV 交接 → Decode。到这一步终于能说清「在哪儿」，但还是说不出「该做什么」。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V3 就是右边那张图 —— **信号 → 证据 → 一个可回滚的动作**，末尾带一道验证门。</a:t>
            </a:r>
          </a:p>
          <a:p xmlns:a="http://schemas.openxmlformats.org/drawingml/2006/main">
            <a:r>
              <a:t>图里那四个角色（Model Ops、Engine、SRE、Business）说明同一条路径上，不同的人负责不同的一段。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〔底部这句必须说，否则听众会觉得我们前后矛盾〕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**我们一块面板都没有删。** V1 那些面板全都还在。V3 做的事情只有一件 ——</a:t>
            </a:r>
          </a:p>
          <a:p xmlns:a="http://schemas.openxmlformats.org/drawingml/2006/main">
            <a:r>
              <a:t>**决定你打开它们的顺序。**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那八个入口信号是什么？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【6:30 – 7:45】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四组，八个。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第一组，**健康**：还能不能接住流量。可用端点数，错误和超时率。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第二组，**负载**：进来了多少活。请求速率，输入和输出的 token 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第三组，**用户 SLO**：用户等多久。TTFT 和 TPOT 的 p95、p99。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第四组，**PD 阶段**：卡在哪一段。Prefill 等待数，Decode 等待数。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下面这条流程是整套方法的骨架：八个入口常驻屏幕 → 定位到第一个异常边界 → 按需打开一页证据 → 一个可回滚的动作。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〔黄框这条规则一字不差地念〕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**如果一个信号的值，不会改变你的下一步动作，它就不是入口信号。**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其他所有指标不是被删了，是退到了「按需取证」那一层，离你只有一次点击。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〔被问「为什么是 8 不是 10」：四个问题 × 每个两个信号，不是凑数〕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接下来三页，讲这八个信号怎么读。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【7:45 – 8:45】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第一步永远不是「哪个 GPU 慢」，而是 —— **我们还能不能接住流量。**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三个分支：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可用端点掉了，同时 5xx 在涨 → 服务能力问题，去看端点，别碰 GPU。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端点稳定，但 429 在涨 → 准入、配额、容量的问题。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健康指标全都稳定，只有延迟在涨 → 这时候才继续往下走。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〔黄框这句是这一页存在的理由〕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**掉线、被拒、变慢，这三种情况在延迟曲线上长得一模一样。** 但只有第三种值得你去查 GPU。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跳过这一步，就会出现「花一个小时调 batch size，最后发现是一个端点挂了」这种事。这个我们干过。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健康没问题，那就进第二步。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【8:45 – 9:45】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第二步和第三步必须放在一起看，所以我合成了一页。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左边是**流量**：进来了多少活 —— 请求数、输入输出 token 速率、prompt 长度。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右边是**用户感受**：成功率、超时、TTFT、TPOT。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中间这条虚线是重点：**同一个时间窗口。** 分开看这两组数据，你永远建立不了因果关系。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放在一起，就有两条可以直接用的规则：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 token 速率或者 prompt 长度在涨，同时 TTFT 在涨 → 下一步看 Prefill。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 token 速率或者并发在涨，同时 TPOT 在涨 → 下一步看 Decode。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〔左下这句是个真实的坑，值得讲〕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**这是一个决策视图，不是一个加权健康分。** 很多团队想把这些揉成一个分数，但那恰好抹掉了你最需要的对比 —— **TTFT 涨而 TPOT 平，这个「不一致」本身就是信息。**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〔页脚标了 schematic，是关系示意，一句带过〕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现在我们知道该看 Prefill 还是 Decode 了。第四步，定位到具体边界。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【9:45 – 10:35】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三条规则，很快：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TTFT 涨，加上 Prefill 等待涨 → 去取 Prefill 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两边队列都平，但传输 p99 涨 → 去验 KV 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TPOT 涨，加上 Decode 等待涨 → 去取 Decode 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〔但这一页真正要记住的是下面这句〕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**队列不是一起涨的，是有先后的。**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**最先动的那一段，就是边界。** 它下游的全是症状，它上游的已经被排除了。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这也是为什么刚才第七页那次事故，四次读就能收敛 —— 不是我们运气好，是我们只看「谁先动」。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那从信号到证据，这个映射关系是什么？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【10:35 – 11:35】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六行，我挑三行讲，其余你们扫一眼就行。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TTFT 涨 + Prefill 等待涨 → 打开 Prefill / 调度器那一页。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两边队列都平，但传输 p99 涨 → 打开 NIXL / KV 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吞吐降 + 某一张 GPU 利用率偏离 → 打开 GPU / 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〔底部这句有两个点，都要讲〕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**第一，永远是两个信号，不是一个。** 单个指标动是天然有歧义的 —— TTFT 涨可能是任何原因。**是组合，才足够具体到能选出一页。**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**第二，箭头只负责选页，不负责证明根因。** 这句我必须说，它是这套方法诚实的边界。真正的证明，在你打开那一页之后才开始。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〔时间紧张时这一页可以整页跳过，它是最后 Playbook 的子集〕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说了这么多，看一次真实的。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【11:35 – 11:40】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第三部分，Demo。跟着第一个坏掉的边界走一遍。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〔5 秒带过〕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【11:40 – 13:35】视频 1 分 24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先花二十秒说清楚要看什么，否则视频过去了大家抓不住重点。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这段录屏走的就是我们刚才讲的那条路径，四个阶段：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**信号** —— TTFT 尾部在涨，TPOT 稳住。八个入口信号里只有一个动了。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**边界** —— **Prefill 的等待先涨，Decode 一直是有界的。** 边界是自己浮出来的，不是我们猜的。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**动作** —— 一个改动，需求不变：把资源往受约束的那一段挪。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**验证** —— 录屏最后那块叫「Decision checkpoint」，写着**四条护栏全过才保留**：Prefill 等待下降、实测 TTFT 尾部下降、Decode 等待仍然有界、输出 TPM 和完成 RPM 不回退。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〔这一段和第 24 页的验证闭环是同一件事，播完可以点一句：「刚才那四条护栏，就是我们第 24 页说的那道门。」〕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〔画面里的面板文字偏小，需要看细节时点右下角全屏。但**不要指望观众读清面板** —— 靠你的口述带节奏〕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〔诚实口径：页面下方已标注 —— 受控演示环境的回放，请求路径信号是实测的，场景是编排的〕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————————————</a:t>
            </a:r>
          </a:p>
          <a:p xmlns:a="http://schemas.openxmlformats.org/drawingml/2006/main">
            <a:r>
              <a:t>放映前检查：</a:t>
            </a:r>
          </a:p>
          <a:p xmlns:a="http://schemas.openxmlformats.org/drawingml/2006/main">
            <a:r>
              <a:t>· 文件已在 `public/demo.mp4`（3.1 MB，2160×1350，静音）</a:t>
            </a:r>
          </a:p>
          <a:p xmlns:a="http://schemas.openxmlformats.org/drawingml/2006/main">
            <a:r>
              <a:t>· 静音 + autoplay：翻到这页自动播放；离开再回来会从头播</a:t>
            </a:r>
          </a:p>
          <a:p xmlns:a="http://schemas.openxmlformats.org/drawingml/2006/main">
            <a:r>
              <a:t>· 若播放失败：跳过这一页，口述上面四个阶段，直接进 Cases 段。**不要在台上调播放器**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【13:35 – 13:45】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第四部分。分钟到底花在哪儿了。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接下来三页，每页一个机制：Prefill、KV 空间、KV 传输。每一个都是 TTFT 上涨的一种原因，而聚合数字看不出来。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Decode 那一层我们放到案例段讲，因为它的**机制就是事故本身**。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【13:45 – 15:00】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Prefill 的 TTFT 被什么撑起来？四件事。**前两件是这个请求自己的活，后两件是别人的活。**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**第一，未缓存的 token 量。** 成本跟着「要算的 token 数」走，**不是跟着请求数走**。复用率一掉，同样的 QPS 就变成好几倍的计算量 —— 而请求速率那块面板，纹丝不动。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**第二，位置。** 每个 token 都要注意到它前面所有的 token，所以**越靠后的 chunk 越贵**。prompt 长度翻倍，工作量涨得比两倍还多。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**第三，队头阻塞** —— 这一条最重要。看这个例子：R2 自己的活只有 0.8 秒，但它的 TTFT 是 9 秒，**其中 91% 是在等 R1 的 prompt。**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**命中率救不了一个排在队里的请求。**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〔下面这行小字要念，它是后面案例的钥匙〕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而且这件事**只有把 request_queue_time 从 request_prefill_time 里拆开才看得见**。聚合的 TTFT 只告诉你「有个请求慢」，拆开了才知道**是谁的错**。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**第四，chunk size** —— 这是唯一一个你能直接调的旋钮。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〔诚实口径：R1/R2 的时间轴和 per-chunk 成本柱是构造示例，说明机制，不是实测；144K / 72.7s / 35.8s 是公开基准，不是我们的数据〕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记住第三条，后面它会变成一个完整的案例。接下来，KV 那一层。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【15:00 – 16:15】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先纠正一个直觉：**KV 空间不是「够不够用」的问题。它是一份被所有请求共享的预算 —— 而 TTFT 在替它买单。**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两条路径。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**第一，满了，准入就停了。** Decode 侧的 KV 到顶，调度器就没法准入新请求。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PD 分离让这一点更尖锐：**Prefill 已经算完了，KV 准备好要交接了 —— 但是没地方放。** 这条请求带着**已经做完的工作**在排队，而 TTFT 还在计时。指标上它表现为 capacity 等待原因，不是某一段变慢。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**第二，取 KV 这个动作，本身要先占住空间。** 加载一段缓存前缀，是**先分配目标 block，再往里填**。长 prompt 就是一大块分配，而且要占住整个取回过程。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所以慢的取回**不只是慢了这一条请求 —— 它把空间从所有人那里拿走了。**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〔指左边两条池子〕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健康的时候空闲还有 32%；压力下空闲塌到 5%，但**塌掉的那部分不是在服务任何人**，是被在途的取回占着的。调度器停止准入，TTFT 涨在那些**根本还没碰到 GPU** 的请求上。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黄框这句是量化落点：**取回的代价是 blocks 乘以时长。** 一次 2 秒的远端读，比 0.15 秒的本地读多占十三倍的时间 —— 同样的空间，十三倍的 block-seconds，而且全程空转。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**第三，预算本身比你以为的小。**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**这一条是我们自己踩的 —— 我们线上跑的就是 MLA 架构的模型。**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MLA 把 K 和 V 压成一个**所有注意力头共享的潜向量**。它省显存的道理就在这儿：不用每个头存一份。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但代价在并行策略上：**张量并行是按头切的，而这里没有头可以切。** 于是这份 KV cache 在**每个 rank 上完整复制一份** —— TP 等于 8，就是八倍的 KV 内存。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**MLA 好不容易省下来的空间，被张量并行原样吐了回去。**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解法是让注意力层走**数据并行**（DP attention），MoE 层走专家并行 —— vLLM 已经支持。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〔如果被问「那你们改了吗、效果如何」：照实答，不要含糊。这一条的价值在于「这个坑真实存在且很少人知道」，不在于我们修得多漂亮〕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另外两格快速带过：max_model_len 是按最坏情况预留的，不是按你的 p99；FP8 KV 能省一半，而且默认是关的。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〔诚实口径：两条池子的占比是机制示意，不是某次事故的实测〕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KV 还要在 P 和 D 之间搬运 —— 那是 PD 分离独有的一层。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【16:15 – 17:15】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这一层是 PD 分离独有的，也是现有的可观测性分享基本没有覆盖的。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三步，**顺序不能乱：先看有没有搬，再看搬得快不快，最后看有没有搬完。**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〔指右边四块面板〕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这就是这一层的陷阱长什么样：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传输 p99 是 0 毫秒，绿的。传输错误 0，绿的。**字节数是一条平线 —— 根本没传。** 而 TTFT 在涨。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**没有传输，自然就没有慢的传输**，所以延迟面板永远是完美的。而 Decode 在默默地重算每一个前缀。这是最阴险的一类故障。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第二步补一句：**延迟必须和 payload 大小一起读。** 尾部高加上包很小，指向的是分片、协议、或者没走 GDR 的路径，**不是带宽不够**。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第三步：**静默过期会表现成 Prefill 队列，永远不会表现成传输错误。** 所以过期计数必须单独看。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在这一层，先查速度是最常见的浪费一小时的做法。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〔时间紧张时这一页压到 40 秒：只讲三步顺序 + 右边四块面板〕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三个机制讲完了。但所有这些证据，最后都要能预测一个变化，否则没有意义。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【17:15 – 18:15】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这一页是整套方法的收口，也是我们和大多数可观测性分享最大的区别 —— **大多数讲到「动作」就停了。**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五步：观察 → 假设 → **一次一个改动** → 观测 → 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〔第三步要重读〕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**一次只改一个，绝不同时改两个。** 同时改两个，你永远不知道是哪个起了作用，下次还得重来。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然后是两道门。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**保留**：队列压平、尾延迟改善，**而且下游没有出现新的压力**。最后半句是关键。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**回滚**：Decode 或者 KV 的压力上升，**或者总吞吐下降 —— 哪怕 TTFT 改善了也要回滚。**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〔黄框这句讲慢一点〕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**TTFT 改善但总吞吐下降，那不是修好了 —— 那是把代价挪到了告警看不见的地方。** 而且回滚条件必须在动手**之前**写下来；事后补的回滚条件，永远会迁就已经做出的改动。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〔重要伏笔，一定要说，它让下一段的第一个案例有戏剧性〕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最后请注意这一页的假设是「长输入导致的 Prefill 容量压力」。**下一段的第一个案例里，这个假设会被这道门否掉。这恰恰是为什么要有门。**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【18:15 – 18:25】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第五部分，案例。两个真实事故，一套诊断模式。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〔这句引言可以念，作为这一段的定调〕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**可观测性不该停在「出了什么问题」，它应该告诉我们「要改什么」。**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【18:25 – 19:40】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第一个案例，就是开场那次告警的下半场。还记得吗 —— Prefill 等待从 1 冲到 150。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左边五行信号。请特别注意**第三行**，这是最反直觉的地方：**前缀命中率没有变化。**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缓存好好的，命中率也没掉。但那些**本该最便宜的请求，恰恰是等得最久的。**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第五行是决定性证据：把 request_queue_time 从 request_prefill_time 里拆出来，**排队时间压倒性地占主导。**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所以结论是：**队头阻塞，不是容量不够。** 几个超长的、未缓存的 prompt 占住了迭代，后面全在等。90% 的复用率，TTFT 还是 9 秒 —— 因为其中 8 秒是别人的 prompt。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〔回收上一页的伏笔，这是全场最有说服力的一段，讲慢一点〕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**回到上一页那道验证门：如果我们当时按「容量压力」的假设去加 Prefill 副本 —— 队列会短一点，但那些命中的请求还是排在长 prompt 后面，总吞吐不会涨，问题不会消失。这个假设，就是被那道门否掉的。**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真正的解法在**路由层**：在引擎前面加一道准入队列。按预期代价分类 —— 前缀命中估计加上 prompt 长度 —— **给命中的那一类单独一条通道，并且给每一类都设队列深度上限。**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长请求照常服务，只是不再让所有人替它排队。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左下两根条是效果：同一个 90% 命中的请求，之前 9 秒里有 8.2 秒在替别人排队，之后回到 1.1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〔标注：这两个数字沿用第 21 页的算例，不是实测；真实的是信号读法和这个解法〕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验证行的落点请注意：**一张 GPU 都没有加。** 容量从来不是约束，**队列纪律才是。**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第二个案例，另一个反直觉的。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【19:40 – 21:05】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标题就是结论：**卡一张没少，容量没了。**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入口信号是一个「劈叉」：**TPOT 在涨，而 TTFT 是平的。** 首 token 准时，之后每一个 token 都晚。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**这一个对比，就排除了入口、路由、Prefill 和 KV 传输** —— 在我们打开任何引擎页面之前。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左上三行：吞吐从 16K 掉到 10K，TPOT 从 21 毫秒涨到 47 毫秒，**而 GPU 数量一张没变。**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〔指四根柱子，第三根〕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88、91、**34**、89。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然后是这一页最关键的一句：**平均下来是 75%，一个再正常不过的数字。TP 组是以最慢的那个成员的速度在运行的，而平均值恰好把那个成员藏住了。**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因果链一步一步看：一个 rank 慢 → TP 迭代时间涨 → 输出 token 率降 → 请求存活变长 → KV 驻留更久 → 准入下降 → 等待上升。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〔最后半句重读〕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**KV 压力是这条链的最后一环，却是最先告警的那一环。** 如果你只盯着 KV，你会一路去调 KV 参数，而真正的原因在链条的另一头。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定位方法三步，这是最能直接照抄的部分：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**DCGM** 找出那张异常的**卡** → **NCCL 初始化日志**把 rank 映射到 GPU → 然后分支：设备有硬件错误就隔离设备；设备干净但集合通信慢，就**整个 TP 组换位置**。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括号里那句是我们踩过的坑：**rank 是一个软件索引，重启之后可能落在完全不同的物理卡上。** 跳过映射这一步，就会排错节点。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右下这个框是防止误判的护栏：**内存受限在入口信号上长得一模一样。** 各 rank 对称加上 DRAM/HBM 高，那加容量是对的；一个 rank 歪了，加副本只会成本翻倍、延迟照旧。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〔诚实口径：88/91/34/89 是实测；那条因果链是推理，不是逐环测出来的〕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两个案例，一张表。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【21:05 – 22:05】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〔先说这句，然后真的停十秒，不要一边停一边说话〕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**这一页可以拍照，我停十秒。**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〔停十秒〕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六行，每一行都是同一个结构：**信号组合 → 下一步取证 → 候选动作。**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我只挑两行讲。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 到 D 那一行**：字节数为 0，或者过期在涨 —— 传输根本没有发生，而所有的延迟面板都是绿的。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**Remote KV 那一行**：命中率涨了**但是** TTFT 也涨了。这一行今天没有单独展开，它是从第 22 页 KV 空间那一条推出来的 —— 取回本身既要占空间、又要花时间，**命中不等于划算**。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〔底部这句是全场方法的一句话总结〕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**每一行都终结于一个可回滚的动作，而不是终结于一个面板。**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〔这是听众唯一带得走的一页，宁可砍掉别的，也要给它留够时间〕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【22:05 – 22:50】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三句话，带走就行。每句十几秒，不要展开 —— 展开的内容前面全讲过了。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**第一，TTFT 告诉你「出事了」，从不告诉你「在哪儿」。** 它是四段之和，而和是不可逆的。用它来**开启**调查，不要用它来**结束**调查。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**第二，更多的面板不等于更多的可见性。** 八个入口信号决定下一页开哪个，其余的全部退到一次点击之外。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**第三，一个诊断必须能预测一个变化。** 一次一个改动，一道验证门，一个回滚条件 —— 而且在动手**之前**就写下来。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〔最后这句念出来，是全场的落点〕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**最好的面板，是你凌晨两点真的会打开的那一个。**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【22:50 – 23:20】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最后说一下社区。这套方法**不需要造任何新轮子**。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vLLM 和 SGLang 已经暴露了每个请求的延迟、队列、token 形态和 trace —— 数据是现成的。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OpenTelemetry 的 GenAI 语义约定在推动跨层的字段统一。但它**还在演进**，所以可以现在就接，**别把告警绑死在字段名上**。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llm-d 和 GAIE 已经把 P/D 角色、队列状态、在途 token 接进了路由和扩缩容的决策。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KV 传输层和外部 KV 缓存层，正在把命中、字节、延迟、失败做成一等公民信号 —— PD 分离独有的那个故障域，终于可以被测量了。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〔底部收口〕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**缺的不是埋点，是「一致」。** 一个请求上下文，跨层共享，最后终结于**一个可度量、可回滚的动作**。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〔时间紧张时压到 20 秒，只念最后这句〕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【23:20 – 结束】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谢谢大家。欢迎提问。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════════ 高频问题的回答口径 ════════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**Q：这套东西怎么落到我们现有的 Prometheus？**</a:t>
            </a:r>
          </a:p>
          <a:p xmlns:a="http://schemas.openxmlformats.org/drawingml/2006/main">
            <a:r>
              <a:t>八个入口信号**没有一个需要新 agent**，全部来自 llm-d EPP、vLLM、DCGM、NIXL 这些已经在跑的 exporter。</a:t>
            </a:r>
          </a:p>
          <a:p xmlns:a="http://schemas.openxmlformats.org/drawingml/2006/main">
            <a:r>
              <a:t>对应指标名：llm_d_epp_ready_endpoints、llm_d_epp_request_error_total、vllm:request_success_total、</a:t>
            </a:r>
          </a:p>
          <a:p xmlns:a="http://schemas.openxmlformats.org/drawingml/2006/main">
            <a:r>
              <a:t>vllm:time_to_first_token_seconds、vllm:time_per_output_token_seconds、vllm:num_requests_waiting（按 pd_role 拆）、</a:t>
            </a:r>
          </a:p>
          <a:p xmlns:a="http://schemas.openxmlformats.org/drawingml/2006/main">
            <a:r>
              <a:t>inference_pool_average_queue_size。证据层再加 agent_xfer_time_us / agent_tx_bytes / agent_errors_total 和 DCGM。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**Q：和 llm-d 自带的面板有什么区别？**</a:t>
            </a:r>
          </a:p>
          <a:p xmlns:a="http://schemas.openxmlformats.org/drawingml/2006/main">
            <a:r>
              <a:t>我们不替代它们，它们是数据源。社区已经把数据准备好了，**缺的是从数据到动作的那一跳。**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**Q：为什么是 8 个信号，不是 10 个或 6 个？**</a:t>
            </a:r>
          </a:p>
          <a:p xmlns:a="http://schemas.openxmlformats.org/drawingml/2006/main">
            <a:r>
              <a:t>四个问题（能不能接住 / 来了多少活 / 用户等多久 / 卡在哪段）× 每个两个信号。</a:t>
            </a:r>
          </a:p>
          <a:p xmlns:a="http://schemas.openxmlformats.org/drawingml/2006/main">
            <a:r>
              <a:t>纳入规则：**值不改变下一步动作的，就不是入口信号。**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**Q：路由侧的准入队列具体怎么分类？**</a:t>
            </a:r>
          </a:p>
          <a:p xmlns:a="http://schemas.openxmlformats.org/drawingml/2006/main">
            <a:r>
              <a:t>按**预期代价**分，不是按用户或模型分。两个输入就够：前缀命中估计（EPP 已经在算，用于 KV-aware 路由）和 prompt 长度。</a:t>
            </a:r>
          </a:p>
          <a:p xmlns:a="http://schemas.openxmlformats.org/drawingml/2006/main">
            <a:r>
              <a:t>**每一类都要有深度上限** —— 上限保护后端，优先级保护 SLA，两个都要有。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**Q：这不就是限流吗？**</a:t>
            </a:r>
          </a:p>
          <a:p xmlns:a="http://schemas.openxmlformats.org/drawingml/2006/main">
            <a:r>
              <a:t>限流是按总量拒绝；这里是**按代价排序 + 分类限深**。长请求不被拒绝，只是不插队。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**Q：取回不是在后台做的吗，为什么会占 GPU 空间？**</a:t>
            </a:r>
          </a:p>
          <a:p xmlns:a="http://schemas.openxmlformats.org/drawingml/2006/main">
            <a:r>
              <a:t>加载缓存前缀是先分配目标 KV block、再往里填。分配在取回开始时就发生，一直持有到填完 ——</a:t>
            </a:r>
          </a:p>
          <a:p xmlns:a="http://schemas.openxmlformats.org/drawingml/2006/main">
            <a:r>
              <a:t>所以慢的取回等于把空间从其他请求那里拿走。代价是 **blocks × 时长**。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**Q：KV 为什么总是不够用？**</a:t>
            </a:r>
          </a:p>
          <a:p xmlns:a="http://schemas.openxmlformats.org/drawingml/2006/main">
            <a:r>
              <a:t>三个隐性浪费：</a:t>
            </a:r>
          </a:p>
          <a:p xmlns:a="http://schemas.openxmlformats.org/drawingml/2006/main">
            <a:r>
              <a:t>① **MLA + 张量并行** —— 潜向量所有头共享，TP 按头切但没有头可切，于是每个 rank 完整复制一份，TP=8 就是 8 倍。</a:t>
            </a:r>
          </a:p>
          <a:p xmlns:a="http://schemas.openxmlformats.org/drawingml/2006/main">
            <a:r>
              <a:t>解法是注意力层走 DP attention、MoE 层走 EP，vLLM 已支持。**这一条是我们线上的一手经验，我们跑的就是 MLA 架构的模型。**</a:t>
            </a:r>
          </a:p>
          <a:p xmlns:a="http://schemas.openxmlformats.org/drawingml/2006/main">
            <a:r>
              <a:t>② max_model_len 按最坏情况预留，不是按实际输入长度的 p99。</a:t>
            </a:r>
          </a:p>
          <a:p xmlns:a="http://schemas.openxmlformats.org/drawingml/2006/main">
            <a:r>
              <a:t>③ FP8 KV 能省一半，默认是关的。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**Q：Operator homepage 是生产环境吗？**</a:t>
            </a:r>
          </a:p>
          <a:p xmlns:a="http://schemas.openxmlformats.org/drawingml/2006/main">
            <a:r>
              <a:t>不是，是受控演示环境，页面上已标注。生产截图在第 4 页和第 7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**Q：和 KubeCon EU 那场「Redefining SLIs for LLM Inference」有什么不同？**</a:t>
            </a:r>
          </a:p>
          <a:p xmlns:a="http://schemas.openxmlformats.org/drawingml/2006/main">
            <a:r>
              <a:t>那场讲的是 SLI/SLO 的定义方法。我们这场：聚焦 **PD 分离**（KV Transfer 是它独有的故障域）；</a:t>
            </a:r>
          </a:p>
          <a:p xmlns:a="http://schemas.openxmlformats.org/drawingml/2006/main">
            <a:r>
              <a:t>从指标一路走到**参数级动作 + 回滚条件**；两个案例的第一反应都是「加卡」，而**两次都是错的**。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Rendered from local Slidev source: packages/2026-09-09-kubecon-cn/slides.md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2bf3df7eb4d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54b5a03bae45db" /><Relationship Type="http://schemas.openxmlformats.org/officeDocument/2006/relationships/slideLayout" Target="/ppt/slideLayouts/slideLayout1.xml" Id="Reb98775ed8474f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98775ed8474f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7e00c549f4083" /><Relationship Type="http://schemas.openxmlformats.org/officeDocument/2006/relationships/image" Target="/ppt/media/image.png" Id="Rbd9a9dadeaa745db" /><Relationship Type="http://schemas.openxmlformats.org/officeDocument/2006/relationships/notesSlide" Target="/ppt/notesSlides/notesSlide1.xml" Id="Rac2ef6f91b3c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df38866f64d0c" /><Relationship Type="http://schemas.openxmlformats.org/officeDocument/2006/relationships/image" Target="/ppt/media/image2.png" Id="Rfc52c18440c341ec" /><Relationship Type="http://schemas.openxmlformats.org/officeDocument/2006/relationships/notesSlide" Target="/ppt/notesSlides/notesSlide2.xml" Id="R259137c94a7240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3e02b8aa64063" /><Relationship Type="http://schemas.openxmlformats.org/officeDocument/2006/relationships/image" Target="/ppt/media/image3.png" Id="Rfa5e6466a5d34f64" /><Relationship Type="http://schemas.openxmlformats.org/officeDocument/2006/relationships/notesSlide" Target="/ppt/notesSlides/notesSlide3.xml" Id="R7f84dc06238e46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958feb1e14f5c" /><Relationship Type="http://schemas.openxmlformats.org/officeDocument/2006/relationships/image" Target="/ppt/media/image4.png" Id="R02f8ff2b02e64caa" /><Relationship Type="http://schemas.openxmlformats.org/officeDocument/2006/relationships/notesSlide" Target="/ppt/notesSlides/notesSlide4.xml" Id="R9c7c2b8f839e43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86e9af3bd4bd3" /><Relationship Type="http://schemas.openxmlformats.org/officeDocument/2006/relationships/image" Target="/ppt/media/image5.png" Id="R096fe2014ac641f9" /><Relationship Type="http://schemas.openxmlformats.org/officeDocument/2006/relationships/notesSlide" Target="/ppt/notesSlides/notesSlide5.xml" Id="R02d4d95a79d84c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1693ed7de4eab" /><Relationship Type="http://schemas.openxmlformats.org/officeDocument/2006/relationships/image" Target="/ppt/media/image6.png" Id="R1e9f9f73cbb84d66" /><Relationship Type="http://schemas.openxmlformats.org/officeDocument/2006/relationships/notesSlide" Target="/ppt/notesSlides/notesSlide6.xml" Id="Rc3b0d5ef0041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bbc5de9944e1c" /><Relationship Type="http://schemas.openxmlformats.org/officeDocument/2006/relationships/image" Target="/ppt/media/image7.png" Id="Re2953a9081cd4849" /><Relationship Type="http://schemas.openxmlformats.org/officeDocument/2006/relationships/notesSlide" Target="/ppt/notesSlides/notesSlide7.xml" Id="Rb01971657ade45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fcb54d924402d" /><Relationship Type="http://schemas.openxmlformats.org/officeDocument/2006/relationships/image" Target="/ppt/media/image8.png" Id="Rc576c72da99d40a6" /><Relationship Type="http://schemas.openxmlformats.org/officeDocument/2006/relationships/notesSlide" Target="/ppt/notesSlides/notesSlide8.xml" Id="R556fb272c8394c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90d0bb5484759" /><Relationship Type="http://schemas.openxmlformats.org/officeDocument/2006/relationships/image" Target="/ppt/media/image9.png" Id="Rc9fb9af0bb894a63" /><Relationship Type="http://schemas.openxmlformats.org/officeDocument/2006/relationships/notesSlide" Target="/ppt/notesSlides/notesSlide9.xml" Id="R2289ce7e1f334b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b62d1ffc54730" /><Relationship Type="http://schemas.openxmlformats.org/officeDocument/2006/relationships/image" Target="/ppt/media/image10.png" Id="R1fab2fef6e4745bf" /><Relationship Type="http://schemas.openxmlformats.org/officeDocument/2006/relationships/notesSlide" Target="/ppt/notesSlides/notesSlide10.xml" Id="R71552a4c1d9c41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a1f4c2fe34eb7" /><Relationship Type="http://schemas.openxmlformats.org/officeDocument/2006/relationships/image" Target="/ppt/media/image11.png" Id="Rcacc5719a1f140a7" /><Relationship Type="http://schemas.openxmlformats.org/officeDocument/2006/relationships/notesSlide" Target="/ppt/notesSlides/notesSlide11.xml" Id="R92266da9588644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4eda0d6b54a19" /><Relationship Type="http://schemas.openxmlformats.org/officeDocument/2006/relationships/image" Target="/ppt/media/image12.png" Id="R31b7e7a21ba44c05" /><Relationship Type="http://schemas.openxmlformats.org/officeDocument/2006/relationships/notesSlide" Target="/ppt/notesSlides/notesSlide12.xml" Id="R1218c71d2fe84a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9fc353f7e4e76" /><Relationship Type="http://schemas.openxmlformats.org/officeDocument/2006/relationships/image" Target="/ppt/media/image13.png" Id="Rb03bc0e2ab9c464a" /><Relationship Type="http://schemas.openxmlformats.org/officeDocument/2006/relationships/notesSlide" Target="/ppt/notesSlides/notesSlide13.xml" Id="Rf40eece87de044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218ee68d74440" /><Relationship Type="http://schemas.openxmlformats.org/officeDocument/2006/relationships/image" Target="/ppt/media/image14.png" Id="R264f66ac70094316" /><Relationship Type="http://schemas.openxmlformats.org/officeDocument/2006/relationships/notesSlide" Target="/ppt/notesSlides/notesSlide14.xml" Id="R81e8aae5e82f47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04721cad7418a" /><Relationship Type="http://schemas.openxmlformats.org/officeDocument/2006/relationships/image" Target="/ppt/media/image15.png" Id="R06e84d40b2f84a1d" /><Relationship Type="http://schemas.openxmlformats.org/officeDocument/2006/relationships/notesSlide" Target="/ppt/notesSlides/notesSlide15.xml" Id="R6f438e14546f45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1d5d23db14907" /><Relationship Type="http://schemas.openxmlformats.org/officeDocument/2006/relationships/image" Target="/ppt/media/image16.png" Id="R5eb880e5d21f416f" /><Relationship Type="http://schemas.openxmlformats.org/officeDocument/2006/relationships/notesSlide" Target="/ppt/notesSlides/notesSlide16.xml" Id="R1da40c23c0ed42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b9028a4c14cfa" /><Relationship Type="http://schemas.openxmlformats.org/officeDocument/2006/relationships/image" Target="/ppt/media/image17.png" Id="Rc0144b0df7ef4ad2" /><Relationship Type="http://schemas.openxmlformats.org/officeDocument/2006/relationships/notesSlide" Target="/ppt/notesSlides/notesSlide17.xml" Id="R62e5518348fd4d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6c1df295444ab" /><Relationship Type="http://schemas.openxmlformats.org/officeDocument/2006/relationships/image" Target="/ppt/media/image18.png" Id="R8ed50a0dc89e42f5" /><Relationship Type="http://schemas.openxmlformats.org/officeDocument/2006/relationships/notesSlide" Target="/ppt/notesSlides/notesSlide18.xml" Id="R8e9f6d0ddfbc46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07dc2da324aa3" /><Relationship Type="http://schemas.openxmlformats.org/officeDocument/2006/relationships/image" Target="/ppt/media/image19.png" Id="R109b2c91faf0435f" /><Relationship Type="http://schemas.openxmlformats.org/officeDocument/2006/relationships/notesSlide" Target="/ppt/notesSlides/notesSlide19.xml" Id="R39bc7165c44240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713ef72b44ab2" /><Relationship Type="http://schemas.openxmlformats.org/officeDocument/2006/relationships/image" Target="/ppt/media/image20.png" Id="Ra7d85219d5004ee6" /><Relationship Type="http://schemas.openxmlformats.org/officeDocument/2006/relationships/notesSlide" Target="/ppt/notesSlides/notesSlide20.xml" Id="R9753ccde912542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9ecebfa184fab" /><Relationship Type="http://schemas.openxmlformats.org/officeDocument/2006/relationships/image" Target="/ppt/media/image21.png" Id="R0bb4839b7b22451b" /><Relationship Type="http://schemas.openxmlformats.org/officeDocument/2006/relationships/notesSlide" Target="/ppt/notesSlides/notesSlide21.xml" Id="R1d08581438dc4c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7ad9c5b594902" /><Relationship Type="http://schemas.openxmlformats.org/officeDocument/2006/relationships/image" Target="/ppt/media/image22.png" Id="R14134de00e064bcf" /><Relationship Type="http://schemas.openxmlformats.org/officeDocument/2006/relationships/notesSlide" Target="/ppt/notesSlides/notesSlide22.xml" Id="Rd5ec11d86f974f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0597351294ba4" /><Relationship Type="http://schemas.openxmlformats.org/officeDocument/2006/relationships/image" Target="/ppt/media/image23.png" Id="R875f520ed1fb4212" /><Relationship Type="http://schemas.openxmlformats.org/officeDocument/2006/relationships/notesSlide" Target="/ppt/notesSlides/notesSlide23.xml" Id="Rfbb3f3787c04477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228f93ff841b7" /><Relationship Type="http://schemas.openxmlformats.org/officeDocument/2006/relationships/image" Target="/ppt/media/image24.png" Id="R7687ac5422794a66" /><Relationship Type="http://schemas.openxmlformats.org/officeDocument/2006/relationships/notesSlide" Target="/ppt/notesSlides/notesSlide24.xml" Id="Rf2a393a090f1461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cc75d68044ce5" /><Relationship Type="http://schemas.openxmlformats.org/officeDocument/2006/relationships/image" Target="/ppt/media/image25.png" Id="R97d9664da7044c10" /><Relationship Type="http://schemas.openxmlformats.org/officeDocument/2006/relationships/notesSlide" Target="/ppt/notesSlides/notesSlide25.xml" Id="Rc97137f13c4440f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c0acb75b44823" /><Relationship Type="http://schemas.openxmlformats.org/officeDocument/2006/relationships/image" Target="/ppt/media/image26.png" Id="Re21476ec889a4e4b" /><Relationship Type="http://schemas.openxmlformats.org/officeDocument/2006/relationships/notesSlide" Target="/ppt/notesSlides/notesSlide26.xml" Id="R85270a48545e49c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fa2307044464d" /><Relationship Type="http://schemas.openxmlformats.org/officeDocument/2006/relationships/image" Target="/ppt/media/image27.png" Id="R59b05bb6b4184d81" /><Relationship Type="http://schemas.openxmlformats.org/officeDocument/2006/relationships/notesSlide" Target="/ppt/notesSlides/notesSlide27.xml" Id="R5ac6a3fe3fe64ed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27ca7847a4d8c" /><Relationship Type="http://schemas.openxmlformats.org/officeDocument/2006/relationships/image" Target="/ppt/media/image28.png" Id="R85bc1b728dd6434a" /><Relationship Type="http://schemas.openxmlformats.org/officeDocument/2006/relationships/notesSlide" Target="/ppt/notesSlides/notesSlide28.xml" Id="Rc3c39c142aa74f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a9dadeaa745d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752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2c18440c341e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232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e6466a5d34f64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788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8ff2b02e64ca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211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fe2014ac641f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41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f9f73cbb84d6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594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53a9081cd484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028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6c72da99d40a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776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b9af0bb894a6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0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b2fef6e4745b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884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c5719a1f140a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880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7e7a21ba44c0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063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bc0e2ab9c464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2040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f66ac7009431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656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84d40b2f84a1d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252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880e5d21f416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935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44b0df7ef4ad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4287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50a0dc89e42f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800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b2c91faf0435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8852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85219d5004ee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27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4839b7b22451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8156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34de00e064bc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5710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f520ed1fb421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1785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7ac5422794a6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1323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9664da7044c1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9824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476ec889a4e4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9759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05bb6b4184d8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0956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c1b728dd6434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92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2026-09-02T15:28:55.4800000Z</dcterms:created>
  <dcterms:modified xsi:type="dcterms:W3CDTF">2026-09-02T15:28:55.4800000Z</dcterms:modified>
</coreProperties>
</file>